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311ABB-B2C5-4B57-91C9-51046C5509A7}" type="doc">
      <dgm:prSet loTypeId="urn:microsoft.com/office/officeart/2005/8/layout/hierarchy2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4C70CB05-FC32-4363-918F-93CD1447CA6F}">
      <dgm:prSet phldrT="[Text]"/>
      <dgm:spPr/>
      <dgm:t>
        <a:bodyPr/>
        <a:lstStyle/>
        <a:p>
          <a:r>
            <a:rPr lang="en-US" dirty="0" smtClean="0"/>
            <a:t>Dean </a:t>
          </a:r>
        </a:p>
        <a:p>
          <a:r>
            <a:rPr lang="en-US" dirty="0" smtClean="0"/>
            <a:t>Danny Quah</a:t>
          </a:r>
          <a:endParaRPr lang="en-US" dirty="0"/>
        </a:p>
      </dgm:t>
    </dgm:pt>
    <dgm:pt modelId="{8C9202A5-78ED-43D4-BBBC-B5F8DADA897A}" type="parTrans" cxnId="{B8F1DD7F-DB43-4AAF-BEE1-BA93385E7A19}">
      <dgm:prSet/>
      <dgm:spPr/>
      <dgm:t>
        <a:bodyPr/>
        <a:lstStyle/>
        <a:p>
          <a:endParaRPr lang="en-US"/>
        </a:p>
      </dgm:t>
    </dgm:pt>
    <dgm:pt modelId="{BA900670-651C-4124-9BD4-D7CD05CC5E7B}" type="sibTrans" cxnId="{B8F1DD7F-DB43-4AAF-BEE1-BA93385E7A19}">
      <dgm:prSet/>
      <dgm:spPr/>
      <dgm:t>
        <a:bodyPr/>
        <a:lstStyle/>
        <a:p>
          <a:endParaRPr lang="en-US"/>
        </a:p>
      </dgm:t>
    </dgm:pt>
    <dgm:pt modelId="{39B22624-2442-48C8-8A87-E64437B61F33}">
      <dgm:prSet phldrT="[Text]"/>
      <dgm:spPr/>
      <dgm:t>
        <a:bodyPr/>
        <a:lstStyle/>
        <a:p>
          <a:r>
            <a:rPr lang="en-US" dirty="0" smtClean="0"/>
            <a:t>VDAA</a:t>
          </a:r>
        </a:p>
        <a:p>
          <a:r>
            <a:rPr lang="en-US" dirty="0" smtClean="0"/>
            <a:t>Suzaina </a:t>
          </a:r>
          <a:endParaRPr lang="en-US" dirty="0"/>
        </a:p>
      </dgm:t>
    </dgm:pt>
    <dgm:pt modelId="{D800E012-D895-478B-8A58-5276CAF03CE7}" type="parTrans" cxnId="{BC9E3386-3D60-4FAC-93A2-983A4AA07E7E}">
      <dgm:prSet/>
      <dgm:spPr/>
      <dgm:t>
        <a:bodyPr/>
        <a:lstStyle/>
        <a:p>
          <a:endParaRPr lang="en-US"/>
        </a:p>
      </dgm:t>
    </dgm:pt>
    <dgm:pt modelId="{0DA27042-2A2F-4AC6-A4C9-6321EE958214}" type="sibTrans" cxnId="{BC9E3386-3D60-4FAC-93A2-983A4AA07E7E}">
      <dgm:prSet/>
      <dgm:spPr/>
      <dgm:t>
        <a:bodyPr/>
        <a:lstStyle/>
        <a:p>
          <a:endParaRPr lang="en-US"/>
        </a:p>
      </dgm:t>
    </dgm:pt>
    <dgm:pt modelId="{0E6EB0A6-708A-4521-9E8D-232F6643379E}">
      <dgm:prSet phldrT="[Text]"/>
      <dgm:spPr/>
      <dgm:t>
        <a:bodyPr/>
        <a:lstStyle/>
        <a:p>
          <a:r>
            <a:rPr lang="en-US" dirty="0" smtClean="0"/>
            <a:t>Assist Dean</a:t>
          </a:r>
        </a:p>
        <a:p>
          <a:r>
            <a:rPr lang="en-US" dirty="0" smtClean="0"/>
            <a:t>Alfred</a:t>
          </a:r>
          <a:endParaRPr lang="en-US" dirty="0"/>
        </a:p>
      </dgm:t>
    </dgm:pt>
    <dgm:pt modelId="{EAAC6010-A210-44BD-84C5-AFC481662421}" type="parTrans" cxnId="{9F6B33EF-FEF0-4BA0-823F-21940AE9319F}">
      <dgm:prSet/>
      <dgm:spPr/>
      <dgm:t>
        <a:bodyPr/>
        <a:lstStyle/>
        <a:p>
          <a:endParaRPr lang="en-US"/>
        </a:p>
      </dgm:t>
    </dgm:pt>
    <dgm:pt modelId="{BC902B61-1929-4498-AFAA-DD1D443EDAD5}" type="sibTrans" cxnId="{9F6B33EF-FEF0-4BA0-823F-21940AE9319F}">
      <dgm:prSet/>
      <dgm:spPr/>
      <dgm:t>
        <a:bodyPr/>
        <a:lstStyle/>
        <a:p>
          <a:endParaRPr lang="en-US"/>
        </a:p>
      </dgm:t>
    </dgm:pt>
    <dgm:pt modelId="{4955ED07-F29A-4C73-B6B2-4B69D7D1E646}">
      <dgm:prSet phldrT="[Text]"/>
      <dgm:spPr/>
      <dgm:t>
        <a:bodyPr/>
        <a:lstStyle/>
        <a:p>
          <a:r>
            <a:rPr lang="en-US" dirty="0" smtClean="0"/>
            <a:t>VDR</a:t>
          </a:r>
        </a:p>
        <a:p>
          <a:r>
            <a:rPr lang="en-US" dirty="0" smtClean="0"/>
            <a:t>Khong YF</a:t>
          </a:r>
          <a:endParaRPr lang="en-US" dirty="0"/>
        </a:p>
      </dgm:t>
    </dgm:pt>
    <dgm:pt modelId="{BBD4CB7C-C5F2-4535-BBBA-72C52DF8E537}" type="parTrans" cxnId="{01AE6297-F2B9-4EB9-AB34-66E8D8F2B2F9}">
      <dgm:prSet/>
      <dgm:spPr/>
      <dgm:t>
        <a:bodyPr/>
        <a:lstStyle/>
        <a:p>
          <a:endParaRPr lang="en-US"/>
        </a:p>
      </dgm:t>
    </dgm:pt>
    <dgm:pt modelId="{E61792CA-5FD6-4600-B868-1C0557ADC738}" type="sibTrans" cxnId="{01AE6297-F2B9-4EB9-AB34-66E8D8F2B2F9}">
      <dgm:prSet/>
      <dgm:spPr/>
      <dgm:t>
        <a:bodyPr/>
        <a:lstStyle/>
        <a:p>
          <a:endParaRPr lang="en-US"/>
        </a:p>
      </dgm:t>
    </dgm:pt>
    <dgm:pt modelId="{696F9DE9-3241-4959-A8F7-647BD53795C4}">
      <dgm:prSet phldrT="[Text]"/>
      <dgm:spPr/>
      <dgm:t>
        <a:bodyPr/>
        <a:lstStyle/>
        <a:p>
          <a:r>
            <a:rPr lang="en-US" dirty="0" smtClean="0"/>
            <a:t>CAG Director</a:t>
          </a:r>
        </a:p>
        <a:p>
          <a:r>
            <a:rPr lang="en-US" dirty="0" smtClean="0"/>
            <a:t>Kanti</a:t>
          </a:r>
          <a:endParaRPr lang="en-US" dirty="0"/>
        </a:p>
      </dgm:t>
    </dgm:pt>
    <dgm:pt modelId="{948BBFCB-3EA6-4321-8B46-57307CDE5FB7}" type="parTrans" cxnId="{0FDEC0E0-9767-4EF5-A19C-4D210043AF44}">
      <dgm:prSet/>
      <dgm:spPr/>
      <dgm:t>
        <a:bodyPr/>
        <a:lstStyle/>
        <a:p>
          <a:endParaRPr lang="en-US"/>
        </a:p>
      </dgm:t>
    </dgm:pt>
    <dgm:pt modelId="{0773043D-824B-4A14-89E1-FAAF0819DB54}" type="sibTrans" cxnId="{0FDEC0E0-9767-4EF5-A19C-4D210043AF44}">
      <dgm:prSet/>
      <dgm:spPr/>
      <dgm:t>
        <a:bodyPr/>
        <a:lstStyle/>
        <a:p>
          <a:endParaRPr lang="en-US"/>
        </a:p>
      </dgm:t>
    </dgm:pt>
    <dgm:pt modelId="{C6BDB6C7-EF53-4760-BDB3-9675246477A8}" type="pres">
      <dgm:prSet presAssocID="{D9311ABB-B2C5-4B57-91C9-51046C5509A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B0008BC-D90C-4D61-AB6B-FB0C78B589CF}" type="pres">
      <dgm:prSet presAssocID="{4C70CB05-FC32-4363-918F-93CD1447CA6F}" presName="root1" presStyleCnt="0"/>
      <dgm:spPr/>
    </dgm:pt>
    <dgm:pt modelId="{E0F26DC6-C7F3-4A5F-A9FC-1872C282C66B}" type="pres">
      <dgm:prSet presAssocID="{4C70CB05-FC32-4363-918F-93CD1447CA6F}" presName="LevelOneTextNode" presStyleLbl="node0" presStyleIdx="0" presStyleCnt="1">
        <dgm:presLayoutVars>
          <dgm:chPref val="3"/>
        </dgm:presLayoutVars>
      </dgm:prSet>
      <dgm:spPr/>
    </dgm:pt>
    <dgm:pt modelId="{BAE1B341-217E-40CA-BB5E-9D9F5A4D14FC}" type="pres">
      <dgm:prSet presAssocID="{4C70CB05-FC32-4363-918F-93CD1447CA6F}" presName="level2hierChild" presStyleCnt="0"/>
      <dgm:spPr/>
    </dgm:pt>
    <dgm:pt modelId="{F4C28106-A079-494C-B1B0-40C907D10BA0}" type="pres">
      <dgm:prSet presAssocID="{D800E012-D895-478B-8A58-5276CAF03CE7}" presName="conn2-1" presStyleLbl="parChTrans1D2" presStyleIdx="0" presStyleCnt="2"/>
      <dgm:spPr/>
    </dgm:pt>
    <dgm:pt modelId="{6E66552F-D739-4B7D-B768-851018B95AF3}" type="pres">
      <dgm:prSet presAssocID="{D800E012-D895-478B-8A58-5276CAF03CE7}" presName="connTx" presStyleLbl="parChTrans1D2" presStyleIdx="0" presStyleCnt="2"/>
      <dgm:spPr/>
    </dgm:pt>
    <dgm:pt modelId="{48A9B79A-6308-4DB4-9B33-5C6A013A8985}" type="pres">
      <dgm:prSet presAssocID="{39B22624-2442-48C8-8A87-E64437B61F33}" presName="root2" presStyleCnt="0"/>
      <dgm:spPr/>
    </dgm:pt>
    <dgm:pt modelId="{CBFD4C64-7D40-4DF5-B31E-E2420F289D39}" type="pres">
      <dgm:prSet presAssocID="{39B22624-2442-48C8-8A87-E64437B61F33}" presName="LevelTwoTextNode" presStyleLbl="node2" presStyleIdx="0" presStyleCnt="2">
        <dgm:presLayoutVars>
          <dgm:chPref val="3"/>
        </dgm:presLayoutVars>
      </dgm:prSet>
      <dgm:spPr/>
    </dgm:pt>
    <dgm:pt modelId="{B57BCC13-C582-49E8-B742-757ABA96477F}" type="pres">
      <dgm:prSet presAssocID="{39B22624-2442-48C8-8A87-E64437B61F33}" presName="level3hierChild" presStyleCnt="0"/>
      <dgm:spPr/>
    </dgm:pt>
    <dgm:pt modelId="{08209745-1250-44B9-AED0-0096752CD824}" type="pres">
      <dgm:prSet presAssocID="{EAAC6010-A210-44BD-84C5-AFC481662421}" presName="conn2-1" presStyleLbl="parChTrans1D3" presStyleIdx="0" presStyleCnt="2"/>
      <dgm:spPr/>
    </dgm:pt>
    <dgm:pt modelId="{946E607C-745A-41FF-94CE-860221840EF8}" type="pres">
      <dgm:prSet presAssocID="{EAAC6010-A210-44BD-84C5-AFC481662421}" presName="connTx" presStyleLbl="parChTrans1D3" presStyleIdx="0" presStyleCnt="2"/>
      <dgm:spPr/>
    </dgm:pt>
    <dgm:pt modelId="{73F71DF0-C10D-4300-ADAE-CF4E085EDF4D}" type="pres">
      <dgm:prSet presAssocID="{0E6EB0A6-708A-4521-9E8D-232F6643379E}" presName="root2" presStyleCnt="0"/>
      <dgm:spPr/>
    </dgm:pt>
    <dgm:pt modelId="{A1745CA9-47EB-4E21-8016-515AF1FCC730}" type="pres">
      <dgm:prSet presAssocID="{0E6EB0A6-708A-4521-9E8D-232F6643379E}" presName="LevelTwoTextNode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A7FEEA5-13D1-4DEE-8276-172EF191167A}" type="pres">
      <dgm:prSet presAssocID="{0E6EB0A6-708A-4521-9E8D-232F6643379E}" presName="level3hierChild" presStyleCnt="0"/>
      <dgm:spPr/>
    </dgm:pt>
    <dgm:pt modelId="{CB8911D6-FCD8-465B-8EBE-2127160067F8}" type="pres">
      <dgm:prSet presAssocID="{BBD4CB7C-C5F2-4535-BBBA-72C52DF8E537}" presName="conn2-1" presStyleLbl="parChTrans1D2" presStyleIdx="1" presStyleCnt="2"/>
      <dgm:spPr/>
    </dgm:pt>
    <dgm:pt modelId="{F238FB38-FB13-4D51-85C0-0AD5B4584A07}" type="pres">
      <dgm:prSet presAssocID="{BBD4CB7C-C5F2-4535-BBBA-72C52DF8E537}" presName="connTx" presStyleLbl="parChTrans1D2" presStyleIdx="1" presStyleCnt="2"/>
      <dgm:spPr/>
    </dgm:pt>
    <dgm:pt modelId="{64CE5C49-CB7E-4C9F-86A1-7D5A88AAB9DB}" type="pres">
      <dgm:prSet presAssocID="{4955ED07-F29A-4C73-B6B2-4B69D7D1E646}" presName="root2" presStyleCnt="0"/>
      <dgm:spPr/>
    </dgm:pt>
    <dgm:pt modelId="{A6A2F561-AB38-41D0-B979-6E9A1A5DEA20}" type="pres">
      <dgm:prSet presAssocID="{4955ED07-F29A-4C73-B6B2-4B69D7D1E646}" presName="LevelTwoTextNode" presStyleLbl="node2" presStyleIdx="1" presStyleCnt="2">
        <dgm:presLayoutVars>
          <dgm:chPref val="3"/>
        </dgm:presLayoutVars>
      </dgm:prSet>
      <dgm:spPr/>
    </dgm:pt>
    <dgm:pt modelId="{0A73205B-D8D9-41B0-BFAA-EF0C55D69298}" type="pres">
      <dgm:prSet presAssocID="{4955ED07-F29A-4C73-B6B2-4B69D7D1E646}" presName="level3hierChild" presStyleCnt="0"/>
      <dgm:spPr/>
    </dgm:pt>
    <dgm:pt modelId="{0BBAD2EE-4224-4233-BB69-E27D5A8EF3DA}" type="pres">
      <dgm:prSet presAssocID="{948BBFCB-3EA6-4321-8B46-57307CDE5FB7}" presName="conn2-1" presStyleLbl="parChTrans1D3" presStyleIdx="1" presStyleCnt="2"/>
      <dgm:spPr/>
    </dgm:pt>
    <dgm:pt modelId="{43B4F304-9BC5-458D-9D0B-F493ACCF322C}" type="pres">
      <dgm:prSet presAssocID="{948BBFCB-3EA6-4321-8B46-57307CDE5FB7}" presName="connTx" presStyleLbl="parChTrans1D3" presStyleIdx="1" presStyleCnt="2"/>
      <dgm:spPr/>
    </dgm:pt>
    <dgm:pt modelId="{CDE22416-9FE4-4417-9B54-1F42C3795CDB}" type="pres">
      <dgm:prSet presAssocID="{696F9DE9-3241-4959-A8F7-647BD53795C4}" presName="root2" presStyleCnt="0"/>
      <dgm:spPr/>
    </dgm:pt>
    <dgm:pt modelId="{D5465B18-A643-4800-B0EB-0B4FB4A81BE3}" type="pres">
      <dgm:prSet presAssocID="{696F9DE9-3241-4959-A8F7-647BD53795C4}" presName="LevelTwoTextNode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62DE6C1-BD93-4C5C-A7A3-06B0FC35810E}" type="pres">
      <dgm:prSet presAssocID="{696F9DE9-3241-4959-A8F7-647BD53795C4}" presName="level3hierChild" presStyleCnt="0"/>
      <dgm:spPr/>
    </dgm:pt>
  </dgm:ptLst>
  <dgm:cxnLst>
    <dgm:cxn modelId="{C078DBF5-37DA-4F37-B8FC-2C1C531DFB38}" type="presOf" srcId="{0E6EB0A6-708A-4521-9E8D-232F6643379E}" destId="{A1745CA9-47EB-4E21-8016-515AF1FCC730}" srcOrd="0" destOrd="0" presId="urn:microsoft.com/office/officeart/2005/8/layout/hierarchy2"/>
    <dgm:cxn modelId="{BC9E3386-3D60-4FAC-93A2-983A4AA07E7E}" srcId="{4C70CB05-FC32-4363-918F-93CD1447CA6F}" destId="{39B22624-2442-48C8-8A87-E64437B61F33}" srcOrd="0" destOrd="0" parTransId="{D800E012-D895-478B-8A58-5276CAF03CE7}" sibTransId="{0DA27042-2A2F-4AC6-A4C9-6321EE958214}"/>
    <dgm:cxn modelId="{0FDEC0E0-9767-4EF5-A19C-4D210043AF44}" srcId="{4955ED07-F29A-4C73-B6B2-4B69D7D1E646}" destId="{696F9DE9-3241-4959-A8F7-647BD53795C4}" srcOrd="0" destOrd="0" parTransId="{948BBFCB-3EA6-4321-8B46-57307CDE5FB7}" sibTransId="{0773043D-824B-4A14-89E1-FAAF0819DB54}"/>
    <dgm:cxn modelId="{1FE17900-D766-4D8F-A15B-42B147CECE3F}" type="presOf" srcId="{BBD4CB7C-C5F2-4535-BBBA-72C52DF8E537}" destId="{F238FB38-FB13-4D51-85C0-0AD5B4584A07}" srcOrd="1" destOrd="0" presId="urn:microsoft.com/office/officeart/2005/8/layout/hierarchy2"/>
    <dgm:cxn modelId="{B8F1DD7F-DB43-4AAF-BEE1-BA93385E7A19}" srcId="{D9311ABB-B2C5-4B57-91C9-51046C5509A7}" destId="{4C70CB05-FC32-4363-918F-93CD1447CA6F}" srcOrd="0" destOrd="0" parTransId="{8C9202A5-78ED-43D4-BBBC-B5F8DADA897A}" sibTransId="{BA900670-651C-4124-9BD4-D7CD05CC5E7B}"/>
    <dgm:cxn modelId="{77F80BC9-09F0-4763-A958-404DD44C167C}" type="presOf" srcId="{EAAC6010-A210-44BD-84C5-AFC481662421}" destId="{946E607C-745A-41FF-94CE-860221840EF8}" srcOrd="1" destOrd="0" presId="urn:microsoft.com/office/officeart/2005/8/layout/hierarchy2"/>
    <dgm:cxn modelId="{7AF0114D-C943-45F8-91D0-64F8BF2DBDAE}" type="presOf" srcId="{4955ED07-F29A-4C73-B6B2-4B69D7D1E646}" destId="{A6A2F561-AB38-41D0-B979-6E9A1A5DEA20}" srcOrd="0" destOrd="0" presId="urn:microsoft.com/office/officeart/2005/8/layout/hierarchy2"/>
    <dgm:cxn modelId="{06D88E54-E667-4563-994D-4145CDE38865}" type="presOf" srcId="{39B22624-2442-48C8-8A87-E64437B61F33}" destId="{CBFD4C64-7D40-4DF5-B31E-E2420F289D39}" srcOrd="0" destOrd="0" presId="urn:microsoft.com/office/officeart/2005/8/layout/hierarchy2"/>
    <dgm:cxn modelId="{22812530-E52C-4757-92E1-3B7646EFF99B}" type="presOf" srcId="{EAAC6010-A210-44BD-84C5-AFC481662421}" destId="{08209745-1250-44B9-AED0-0096752CD824}" srcOrd="0" destOrd="0" presId="urn:microsoft.com/office/officeart/2005/8/layout/hierarchy2"/>
    <dgm:cxn modelId="{6218FF3D-8757-478F-BBC2-E2C2F6D73322}" type="presOf" srcId="{D9311ABB-B2C5-4B57-91C9-51046C5509A7}" destId="{C6BDB6C7-EF53-4760-BDB3-9675246477A8}" srcOrd="0" destOrd="0" presId="urn:microsoft.com/office/officeart/2005/8/layout/hierarchy2"/>
    <dgm:cxn modelId="{FA064BB5-F0E7-49A9-9796-B49962D97A6F}" type="presOf" srcId="{948BBFCB-3EA6-4321-8B46-57307CDE5FB7}" destId="{0BBAD2EE-4224-4233-BB69-E27D5A8EF3DA}" srcOrd="0" destOrd="0" presId="urn:microsoft.com/office/officeart/2005/8/layout/hierarchy2"/>
    <dgm:cxn modelId="{334E8474-CD1F-4530-A83E-9636FBCB8F54}" type="presOf" srcId="{BBD4CB7C-C5F2-4535-BBBA-72C52DF8E537}" destId="{CB8911D6-FCD8-465B-8EBE-2127160067F8}" srcOrd="0" destOrd="0" presId="urn:microsoft.com/office/officeart/2005/8/layout/hierarchy2"/>
    <dgm:cxn modelId="{CE245631-F344-4EE1-9F26-ADFD95C9287D}" type="presOf" srcId="{948BBFCB-3EA6-4321-8B46-57307CDE5FB7}" destId="{43B4F304-9BC5-458D-9D0B-F493ACCF322C}" srcOrd="1" destOrd="0" presId="urn:microsoft.com/office/officeart/2005/8/layout/hierarchy2"/>
    <dgm:cxn modelId="{37CE9F2E-F400-4F66-AD36-7D032C47F2DD}" type="presOf" srcId="{D800E012-D895-478B-8A58-5276CAF03CE7}" destId="{6E66552F-D739-4B7D-B768-851018B95AF3}" srcOrd="1" destOrd="0" presId="urn:microsoft.com/office/officeart/2005/8/layout/hierarchy2"/>
    <dgm:cxn modelId="{64579092-B97B-4679-B4A0-51F000D7F98D}" type="presOf" srcId="{D800E012-D895-478B-8A58-5276CAF03CE7}" destId="{F4C28106-A079-494C-B1B0-40C907D10BA0}" srcOrd="0" destOrd="0" presId="urn:microsoft.com/office/officeart/2005/8/layout/hierarchy2"/>
    <dgm:cxn modelId="{01AE6297-F2B9-4EB9-AB34-66E8D8F2B2F9}" srcId="{4C70CB05-FC32-4363-918F-93CD1447CA6F}" destId="{4955ED07-F29A-4C73-B6B2-4B69D7D1E646}" srcOrd="1" destOrd="0" parTransId="{BBD4CB7C-C5F2-4535-BBBA-72C52DF8E537}" sibTransId="{E61792CA-5FD6-4600-B868-1C0557ADC738}"/>
    <dgm:cxn modelId="{9F6B33EF-FEF0-4BA0-823F-21940AE9319F}" srcId="{39B22624-2442-48C8-8A87-E64437B61F33}" destId="{0E6EB0A6-708A-4521-9E8D-232F6643379E}" srcOrd="0" destOrd="0" parTransId="{EAAC6010-A210-44BD-84C5-AFC481662421}" sibTransId="{BC902B61-1929-4498-AFAA-DD1D443EDAD5}"/>
    <dgm:cxn modelId="{15F9ECA1-36BD-4685-B645-208878C3289C}" type="presOf" srcId="{696F9DE9-3241-4959-A8F7-647BD53795C4}" destId="{D5465B18-A643-4800-B0EB-0B4FB4A81BE3}" srcOrd="0" destOrd="0" presId="urn:microsoft.com/office/officeart/2005/8/layout/hierarchy2"/>
    <dgm:cxn modelId="{B436F8F0-1A42-4EAB-820B-800E9F51E5C5}" type="presOf" srcId="{4C70CB05-FC32-4363-918F-93CD1447CA6F}" destId="{E0F26DC6-C7F3-4A5F-A9FC-1872C282C66B}" srcOrd="0" destOrd="0" presId="urn:microsoft.com/office/officeart/2005/8/layout/hierarchy2"/>
    <dgm:cxn modelId="{FF7B9452-5A8F-430C-9FEF-28401062AA61}" type="presParOf" srcId="{C6BDB6C7-EF53-4760-BDB3-9675246477A8}" destId="{1B0008BC-D90C-4D61-AB6B-FB0C78B589CF}" srcOrd="0" destOrd="0" presId="urn:microsoft.com/office/officeart/2005/8/layout/hierarchy2"/>
    <dgm:cxn modelId="{170F6332-F90B-42DD-8178-0CB57415BBC0}" type="presParOf" srcId="{1B0008BC-D90C-4D61-AB6B-FB0C78B589CF}" destId="{E0F26DC6-C7F3-4A5F-A9FC-1872C282C66B}" srcOrd="0" destOrd="0" presId="urn:microsoft.com/office/officeart/2005/8/layout/hierarchy2"/>
    <dgm:cxn modelId="{90DEECA9-04B1-436B-A7E0-E6A246A96233}" type="presParOf" srcId="{1B0008BC-D90C-4D61-AB6B-FB0C78B589CF}" destId="{BAE1B341-217E-40CA-BB5E-9D9F5A4D14FC}" srcOrd="1" destOrd="0" presId="urn:microsoft.com/office/officeart/2005/8/layout/hierarchy2"/>
    <dgm:cxn modelId="{D94A994D-3D29-4D49-8E76-F7EBD5C59D73}" type="presParOf" srcId="{BAE1B341-217E-40CA-BB5E-9D9F5A4D14FC}" destId="{F4C28106-A079-494C-B1B0-40C907D10BA0}" srcOrd="0" destOrd="0" presId="urn:microsoft.com/office/officeart/2005/8/layout/hierarchy2"/>
    <dgm:cxn modelId="{A356F875-99CD-4B2A-8724-63AB32B1BBB8}" type="presParOf" srcId="{F4C28106-A079-494C-B1B0-40C907D10BA0}" destId="{6E66552F-D739-4B7D-B768-851018B95AF3}" srcOrd="0" destOrd="0" presId="urn:microsoft.com/office/officeart/2005/8/layout/hierarchy2"/>
    <dgm:cxn modelId="{4CD1C1A9-A182-4864-A7B6-7DA9390F1A3F}" type="presParOf" srcId="{BAE1B341-217E-40CA-BB5E-9D9F5A4D14FC}" destId="{48A9B79A-6308-4DB4-9B33-5C6A013A8985}" srcOrd="1" destOrd="0" presId="urn:microsoft.com/office/officeart/2005/8/layout/hierarchy2"/>
    <dgm:cxn modelId="{0BAE4A25-680C-4B48-A048-4BD5F047E777}" type="presParOf" srcId="{48A9B79A-6308-4DB4-9B33-5C6A013A8985}" destId="{CBFD4C64-7D40-4DF5-B31E-E2420F289D39}" srcOrd="0" destOrd="0" presId="urn:microsoft.com/office/officeart/2005/8/layout/hierarchy2"/>
    <dgm:cxn modelId="{3793F443-40C8-402C-B0DC-0DCDB5513907}" type="presParOf" srcId="{48A9B79A-6308-4DB4-9B33-5C6A013A8985}" destId="{B57BCC13-C582-49E8-B742-757ABA96477F}" srcOrd="1" destOrd="0" presId="urn:microsoft.com/office/officeart/2005/8/layout/hierarchy2"/>
    <dgm:cxn modelId="{51D06D82-D170-4903-8643-AC9076568760}" type="presParOf" srcId="{B57BCC13-C582-49E8-B742-757ABA96477F}" destId="{08209745-1250-44B9-AED0-0096752CD824}" srcOrd="0" destOrd="0" presId="urn:microsoft.com/office/officeart/2005/8/layout/hierarchy2"/>
    <dgm:cxn modelId="{D1BB2D6E-37F5-47DB-BE69-D460A7717608}" type="presParOf" srcId="{08209745-1250-44B9-AED0-0096752CD824}" destId="{946E607C-745A-41FF-94CE-860221840EF8}" srcOrd="0" destOrd="0" presId="urn:microsoft.com/office/officeart/2005/8/layout/hierarchy2"/>
    <dgm:cxn modelId="{20326FD7-082A-4440-9A8A-EF62FB684D76}" type="presParOf" srcId="{B57BCC13-C582-49E8-B742-757ABA96477F}" destId="{73F71DF0-C10D-4300-ADAE-CF4E085EDF4D}" srcOrd="1" destOrd="0" presId="urn:microsoft.com/office/officeart/2005/8/layout/hierarchy2"/>
    <dgm:cxn modelId="{656F6DA7-5F67-4038-A3E0-59D442C5EAF1}" type="presParOf" srcId="{73F71DF0-C10D-4300-ADAE-CF4E085EDF4D}" destId="{A1745CA9-47EB-4E21-8016-515AF1FCC730}" srcOrd="0" destOrd="0" presId="urn:microsoft.com/office/officeart/2005/8/layout/hierarchy2"/>
    <dgm:cxn modelId="{9DC66563-C794-4B2E-B307-D37265AE1C19}" type="presParOf" srcId="{73F71DF0-C10D-4300-ADAE-CF4E085EDF4D}" destId="{1A7FEEA5-13D1-4DEE-8276-172EF191167A}" srcOrd="1" destOrd="0" presId="urn:microsoft.com/office/officeart/2005/8/layout/hierarchy2"/>
    <dgm:cxn modelId="{89AAEC98-37D1-48ED-AB58-E8F74303D10C}" type="presParOf" srcId="{BAE1B341-217E-40CA-BB5E-9D9F5A4D14FC}" destId="{CB8911D6-FCD8-465B-8EBE-2127160067F8}" srcOrd="2" destOrd="0" presId="urn:microsoft.com/office/officeart/2005/8/layout/hierarchy2"/>
    <dgm:cxn modelId="{F7FCD1B0-1ABB-4EEF-91C1-45922DE3318C}" type="presParOf" srcId="{CB8911D6-FCD8-465B-8EBE-2127160067F8}" destId="{F238FB38-FB13-4D51-85C0-0AD5B4584A07}" srcOrd="0" destOrd="0" presId="urn:microsoft.com/office/officeart/2005/8/layout/hierarchy2"/>
    <dgm:cxn modelId="{E13F34DE-88D6-46F7-9DD4-B3646E0FB527}" type="presParOf" srcId="{BAE1B341-217E-40CA-BB5E-9D9F5A4D14FC}" destId="{64CE5C49-CB7E-4C9F-86A1-7D5A88AAB9DB}" srcOrd="3" destOrd="0" presId="urn:microsoft.com/office/officeart/2005/8/layout/hierarchy2"/>
    <dgm:cxn modelId="{7904EEDC-949A-4A85-B435-C25DE6FD5BF9}" type="presParOf" srcId="{64CE5C49-CB7E-4C9F-86A1-7D5A88AAB9DB}" destId="{A6A2F561-AB38-41D0-B979-6E9A1A5DEA20}" srcOrd="0" destOrd="0" presId="urn:microsoft.com/office/officeart/2005/8/layout/hierarchy2"/>
    <dgm:cxn modelId="{8E8046F7-618C-4221-ADFB-4A87889A0431}" type="presParOf" srcId="{64CE5C49-CB7E-4C9F-86A1-7D5A88AAB9DB}" destId="{0A73205B-D8D9-41B0-BFAA-EF0C55D69298}" srcOrd="1" destOrd="0" presId="urn:microsoft.com/office/officeart/2005/8/layout/hierarchy2"/>
    <dgm:cxn modelId="{A4D1DE64-814F-4528-BEA5-65BF6035DD52}" type="presParOf" srcId="{0A73205B-D8D9-41B0-BFAA-EF0C55D69298}" destId="{0BBAD2EE-4224-4233-BB69-E27D5A8EF3DA}" srcOrd="0" destOrd="0" presId="urn:microsoft.com/office/officeart/2005/8/layout/hierarchy2"/>
    <dgm:cxn modelId="{9B8D1D0E-38CD-4211-9ED7-F1B4F073B2F3}" type="presParOf" srcId="{0BBAD2EE-4224-4233-BB69-E27D5A8EF3DA}" destId="{43B4F304-9BC5-458D-9D0B-F493ACCF322C}" srcOrd="0" destOrd="0" presId="urn:microsoft.com/office/officeart/2005/8/layout/hierarchy2"/>
    <dgm:cxn modelId="{BCFDBB40-8F01-4588-8443-B6485C6F00E6}" type="presParOf" srcId="{0A73205B-D8D9-41B0-BFAA-EF0C55D69298}" destId="{CDE22416-9FE4-4417-9B54-1F42C3795CDB}" srcOrd="1" destOrd="0" presId="urn:microsoft.com/office/officeart/2005/8/layout/hierarchy2"/>
    <dgm:cxn modelId="{200774C1-0EC1-43F2-8AE9-0E1B19C3B04E}" type="presParOf" srcId="{CDE22416-9FE4-4417-9B54-1F42C3795CDB}" destId="{D5465B18-A643-4800-B0EB-0B4FB4A81BE3}" srcOrd="0" destOrd="0" presId="urn:microsoft.com/office/officeart/2005/8/layout/hierarchy2"/>
    <dgm:cxn modelId="{510576C4-6715-492F-BB60-64C4EB5FABCA}" type="presParOf" srcId="{CDE22416-9FE4-4417-9B54-1F42C3795CDB}" destId="{A62DE6C1-BD93-4C5C-A7A3-06B0FC35810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26DC6-C7F3-4A5F-A9FC-1872C282C66B}">
      <dsp:nvSpPr>
        <dsp:cNvPr id="0" name=""/>
        <dsp:cNvSpPr/>
      </dsp:nvSpPr>
      <dsp:spPr>
        <a:xfrm>
          <a:off x="1774" y="1484086"/>
          <a:ext cx="2766329" cy="13831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Dean </a:t>
          </a: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Danny Quah</a:t>
          </a:r>
          <a:endParaRPr lang="en-US" sz="3700" kern="1200" dirty="0"/>
        </a:p>
      </dsp:txBody>
      <dsp:txXfrm>
        <a:off x="42285" y="1524597"/>
        <a:ext cx="2685307" cy="1302142"/>
      </dsp:txXfrm>
    </dsp:sp>
    <dsp:sp modelId="{F4C28106-A079-494C-B1B0-40C907D10BA0}">
      <dsp:nvSpPr>
        <dsp:cNvPr id="0" name=""/>
        <dsp:cNvSpPr/>
      </dsp:nvSpPr>
      <dsp:spPr>
        <a:xfrm rot="19457599">
          <a:off x="2640020" y="174940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87302" y="1743941"/>
        <a:ext cx="68134" cy="68134"/>
      </dsp:txXfrm>
    </dsp:sp>
    <dsp:sp modelId="{CBFD4C64-7D40-4DF5-B31E-E2420F289D39}">
      <dsp:nvSpPr>
        <dsp:cNvPr id="0" name=""/>
        <dsp:cNvSpPr/>
      </dsp:nvSpPr>
      <dsp:spPr>
        <a:xfrm>
          <a:off x="3874635" y="688767"/>
          <a:ext cx="2766329" cy="13831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VDAA</a:t>
          </a: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Suzaina </a:t>
          </a:r>
          <a:endParaRPr lang="en-US" sz="3700" kern="1200" dirty="0"/>
        </a:p>
      </dsp:txBody>
      <dsp:txXfrm>
        <a:off x="3915146" y="729278"/>
        <a:ext cx="2685307" cy="1302142"/>
      </dsp:txXfrm>
    </dsp:sp>
    <dsp:sp modelId="{08209745-1250-44B9-AED0-0096752CD824}">
      <dsp:nvSpPr>
        <dsp:cNvPr id="0" name=""/>
        <dsp:cNvSpPr/>
      </dsp:nvSpPr>
      <dsp:spPr>
        <a:xfrm>
          <a:off x="6640964" y="1351740"/>
          <a:ext cx="1106531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106531" y="2860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7166567" y="1352686"/>
        <a:ext cx="55326" cy="55326"/>
      </dsp:txXfrm>
    </dsp:sp>
    <dsp:sp modelId="{A1745CA9-47EB-4E21-8016-515AF1FCC730}">
      <dsp:nvSpPr>
        <dsp:cNvPr id="0" name=""/>
        <dsp:cNvSpPr/>
      </dsp:nvSpPr>
      <dsp:spPr>
        <a:xfrm>
          <a:off x="7747496" y="688767"/>
          <a:ext cx="2766329" cy="13831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Assist Dean</a:t>
          </a: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Alfred</a:t>
          </a:r>
          <a:endParaRPr lang="en-US" sz="3700" kern="1200" dirty="0"/>
        </a:p>
      </dsp:txBody>
      <dsp:txXfrm>
        <a:off x="7788007" y="729278"/>
        <a:ext cx="2685307" cy="1302142"/>
      </dsp:txXfrm>
    </dsp:sp>
    <dsp:sp modelId="{CB8911D6-FCD8-465B-8EBE-2127160067F8}">
      <dsp:nvSpPr>
        <dsp:cNvPr id="0" name=""/>
        <dsp:cNvSpPr/>
      </dsp:nvSpPr>
      <dsp:spPr>
        <a:xfrm rot="2142401">
          <a:off x="2640020" y="254472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87302" y="2539261"/>
        <a:ext cx="68134" cy="68134"/>
      </dsp:txXfrm>
    </dsp:sp>
    <dsp:sp modelId="{A6A2F561-AB38-41D0-B979-6E9A1A5DEA20}">
      <dsp:nvSpPr>
        <dsp:cNvPr id="0" name=""/>
        <dsp:cNvSpPr/>
      </dsp:nvSpPr>
      <dsp:spPr>
        <a:xfrm>
          <a:off x="3874635" y="2279406"/>
          <a:ext cx="2766329" cy="13831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VDR</a:t>
          </a: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Khong YF</a:t>
          </a:r>
          <a:endParaRPr lang="en-US" sz="3700" kern="1200" dirty="0"/>
        </a:p>
      </dsp:txBody>
      <dsp:txXfrm>
        <a:off x="3915146" y="2319917"/>
        <a:ext cx="2685307" cy="1302142"/>
      </dsp:txXfrm>
    </dsp:sp>
    <dsp:sp modelId="{0BBAD2EE-4224-4233-BB69-E27D5A8EF3DA}">
      <dsp:nvSpPr>
        <dsp:cNvPr id="0" name=""/>
        <dsp:cNvSpPr/>
      </dsp:nvSpPr>
      <dsp:spPr>
        <a:xfrm>
          <a:off x="6640964" y="2942380"/>
          <a:ext cx="1106531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106531" y="2860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7166567" y="2943325"/>
        <a:ext cx="55326" cy="55326"/>
      </dsp:txXfrm>
    </dsp:sp>
    <dsp:sp modelId="{D5465B18-A643-4800-B0EB-0B4FB4A81BE3}">
      <dsp:nvSpPr>
        <dsp:cNvPr id="0" name=""/>
        <dsp:cNvSpPr/>
      </dsp:nvSpPr>
      <dsp:spPr>
        <a:xfrm>
          <a:off x="7747496" y="2279406"/>
          <a:ext cx="2766329" cy="13831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CAG Director</a:t>
          </a: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Kanti</a:t>
          </a:r>
          <a:endParaRPr lang="en-US" sz="3700" kern="1200" dirty="0"/>
        </a:p>
      </dsp:txBody>
      <dsp:txXfrm>
        <a:off x="7788007" y="2319917"/>
        <a:ext cx="2685307" cy="1302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366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279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937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806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577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215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328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974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4514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860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126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89475-90A8-4287-BD79-99986C1AC32C}" type="datetimeFigureOut">
              <a:rPr lang="en-SG" smtClean="0"/>
              <a:t>13/2/2020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DA1D6-D479-4060-A40F-3AB69AAC09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963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SG" dirty="0" smtClean="0"/>
              <a:t>LKYSPP</a:t>
            </a:r>
            <a:br>
              <a:rPr lang="en-SG" dirty="0" smtClean="0"/>
            </a:br>
            <a:r>
              <a:rPr lang="en-SG" dirty="0" smtClean="0"/>
              <a:t>Academic</a:t>
            </a:r>
            <a:br>
              <a:rPr lang="en-SG" dirty="0" smtClean="0"/>
            </a:br>
            <a:r>
              <a:rPr lang="en-SG" dirty="0" smtClean="0"/>
              <a:t> Leadership 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 smtClean="0"/>
              <a:t>BCP </a:t>
            </a:r>
          </a:p>
          <a:p>
            <a:r>
              <a:rPr lang="en-SG" dirty="0" smtClean="0"/>
              <a:t>February 2020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9375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BCP – LKYSPP Academic Leadership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586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692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23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LKYSPP Academic  Leadership </vt:lpstr>
      <vt:lpstr>BCP – LKYSPP Academic Leadership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LKYSPP Academic  Leadership</dc:title>
  <dc:creator>Suzaina Bte Abdul Kadir</dc:creator>
  <cp:lastModifiedBy>Suzaina Bte Abdul Kadir</cp:lastModifiedBy>
  <cp:revision>3</cp:revision>
  <dcterms:created xsi:type="dcterms:W3CDTF">2020-02-12T02:48:42Z</dcterms:created>
  <dcterms:modified xsi:type="dcterms:W3CDTF">2020-02-13T09:17:01Z</dcterms:modified>
</cp:coreProperties>
</file>